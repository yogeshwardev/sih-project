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FC4187-BA8F-4AC5-98C6-D2DA6828A050}" v="117" dt="2026-08-28T07:45:19.7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288" y="2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.c. Jyoshna" userId="589a49007424828f" providerId="LiveId" clId="{61403D91-7B87-4616-8FDD-928079D80F2D}"/>
    <pc:docChg chg="undo custSel addSld delSld modSld">
      <pc:chgData name="C.c. Jyoshna" userId="589a49007424828f" providerId="LiveId" clId="{61403D91-7B87-4616-8FDD-928079D80F2D}" dt="2026-08-28T07:46:29.442" v="3285" actId="14100"/>
      <pc:docMkLst>
        <pc:docMk/>
      </pc:docMkLst>
      <pc:sldChg chg="addSp delSp modSp mod">
        <pc:chgData name="C.c. Jyoshna" userId="589a49007424828f" providerId="LiveId" clId="{61403D91-7B87-4616-8FDD-928079D80F2D}" dt="2026-08-26T16:54:30.065" v="1127" actId="113"/>
        <pc:sldMkLst>
          <pc:docMk/>
          <pc:sldMk cId="0" sldId="281"/>
        </pc:sldMkLst>
        <pc:spChg chg="mod">
          <ac:chgData name="C.c. Jyoshna" userId="589a49007424828f" providerId="LiveId" clId="{61403D91-7B87-4616-8FDD-928079D80F2D}" dt="2026-08-26T12:55:18.044" v="209" actId="1076"/>
          <ac:spMkLst>
            <pc:docMk/>
            <pc:sldMk cId="0" sldId="281"/>
            <ac:spMk id="6" creationId="{00000000-0000-0000-0000-000000000000}"/>
          </ac:spMkLst>
        </pc:spChg>
        <pc:spChg chg="mod">
          <ac:chgData name="C.c. Jyoshna" userId="589a49007424828f" providerId="LiveId" clId="{61403D91-7B87-4616-8FDD-928079D80F2D}" dt="2026-08-26T12:55:05.368" v="207" actId="1076"/>
          <ac:spMkLst>
            <pc:docMk/>
            <pc:sldMk cId="0" sldId="281"/>
            <ac:spMk id="7" creationId="{00000000-0000-0000-0000-000000000000}"/>
          </ac:spMkLst>
        </pc:spChg>
        <pc:spChg chg="mod">
          <ac:chgData name="C.c. Jyoshna" userId="589a49007424828f" providerId="LiveId" clId="{61403D91-7B87-4616-8FDD-928079D80F2D}" dt="2026-08-26T12:55:09.347" v="208" actId="14100"/>
          <ac:spMkLst>
            <pc:docMk/>
            <pc:sldMk cId="0" sldId="281"/>
            <ac:spMk id="9" creationId="{00000000-0000-0000-0000-000000000000}"/>
          </ac:spMkLst>
        </pc:spChg>
        <pc:spChg chg="mod">
          <ac:chgData name="C.c. Jyoshna" userId="589a49007424828f" providerId="LiveId" clId="{61403D91-7B87-4616-8FDD-928079D80F2D}" dt="2026-08-26T12:20:56.458" v="158" actId="1076"/>
          <ac:spMkLst>
            <pc:docMk/>
            <pc:sldMk cId="0" sldId="281"/>
            <ac:spMk id="10" creationId="{5DBCE864-823D-4A13-9607-5DA1F0ED5FB8}"/>
          </ac:spMkLst>
        </pc:spChg>
        <pc:spChg chg="add del mod">
          <ac:chgData name="C.c. Jyoshna" userId="589a49007424828f" providerId="LiveId" clId="{61403D91-7B87-4616-8FDD-928079D80F2D}" dt="2026-08-26T16:33:47.354" v="1032" actId="14100"/>
          <ac:spMkLst>
            <pc:docMk/>
            <pc:sldMk cId="0" sldId="281"/>
            <ac:spMk id="13" creationId="{786134BC-30FE-4A46-6672-AA870F501636}"/>
          </ac:spMkLst>
        </pc:spChg>
        <pc:spChg chg="add mod">
          <ac:chgData name="C.c. Jyoshna" userId="589a49007424828f" providerId="LiveId" clId="{61403D91-7B87-4616-8FDD-928079D80F2D}" dt="2026-08-26T16:33:46.850" v="1030" actId="14100"/>
          <ac:spMkLst>
            <pc:docMk/>
            <pc:sldMk cId="0" sldId="281"/>
            <ac:spMk id="17" creationId="{AD44EE66-5DF9-5A47-95E9-40E1F1108E01}"/>
          </ac:spMkLst>
        </pc:spChg>
        <pc:spChg chg="add mod">
          <ac:chgData name="C.c. Jyoshna" userId="589a49007424828f" providerId="LiveId" clId="{61403D91-7B87-4616-8FDD-928079D80F2D}" dt="2026-08-26T16:53:33.835" v="1125" actId="20577"/>
          <ac:spMkLst>
            <pc:docMk/>
            <pc:sldMk cId="0" sldId="281"/>
            <ac:spMk id="19" creationId="{62E366E5-0025-44AE-6297-A6233C901961}"/>
          </ac:spMkLst>
        </pc:spChg>
        <pc:spChg chg="add mod">
          <ac:chgData name="C.c. Jyoshna" userId="589a49007424828f" providerId="LiveId" clId="{61403D91-7B87-4616-8FDD-928079D80F2D}" dt="2026-08-26T16:47:41.577" v="1098" actId="1076"/>
          <ac:spMkLst>
            <pc:docMk/>
            <pc:sldMk cId="0" sldId="281"/>
            <ac:spMk id="22" creationId="{CF4B8A1A-F47D-125C-1869-294A5F2E4698}"/>
          </ac:spMkLst>
        </pc:spChg>
        <pc:spChg chg="add mod">
          <ac:chgData name="C.c. Jyoshna" userId="589a49007424828f" providerId="LiveId" clId="{61403D91-7B87-4616-8FDD-928079D80F2D}" dt="2026-08-26T16:54:30.065" v="1127" actId="113"/>
          <ac:spMkLst>
            <pc:docMk/>
            <pc:sldMk cId="0" sldId="281"/>
            <ac:spMk id="29" creationId="{0B3828BE-6FF1-59BB-85A0-8E2D8BD92016}"/>
          </ac:spMkLst>
        </pc:spChg>
        <pc:spChg chg="add del mod">
          <ac:chgData name="C.c. Jyoshna" userId="589a49007424828f" providerId="LiveId" clId="{61403D91-7B87-4616-8FDD-928079D80F2D}" dt="2026-08-26T16:32:37.947" v="1022" actId="1076"/>
          <ac:spMkLst>
            <pc:docMk/>
            <pc:sldMk cId="0" sldId="281"/>
            <ac:spMk id="15361" creationId="{00000000-0000-0000-0000-000000000000}"/>
          </ac:spMkLst>
        </pc:spChg>
        <pc:picChg chg="add mod">
          <ac:chgData name="C.c. Jyoshna" userId="589a49007424828f" providerId="LiveId" clId="{61403D91-7B87-4616-8FDD-928079D80F2D}" dt="2026-08-26T16:52:49.917" v="1118" actId="1076"/>
          <ac:picMkLst>
            <pc:docMk/>
            <pc:sldMk cId="0" sldId="281"/>
            <ac:picMk id="21" creationId="{C563C11E-DDE2-2F40-309B-29D2C7219805}"/>
          </ac:picMkLst>
        </pc:picChg>
        <pc:picChg chg="add mod modCrop">
          <ac:chgData name="C.c. Jyoshna" userId="589a49007424828f" providerId="LiveId" clId="{61403D91-7B87-4616-8FDD-928079D80F2D}" dt="2026-08-26T16:53:17.780" v="1121" actId="1076"/>
          <ac:picMkLst>
            <pc:docMk/>
            <pc:sldMk cId="0" sldId="281"/>
            <ac:picMk id="28" creationId="{5201C260-3CFE-961F-DDDE-14C27DD2743D}"/>
          </ac:picMkLst>
        </pc:picChg>
      </pc:sldChg>
      <pc:sldChg chg="addSp delSp modSp mod">
        <pc:chgData name="C.c. Jyoshna" userId="589a49007424828f" providerId="LiveId" clId="{61403D91-7B87-4616-8FDD-928079D80F2D}" dt="2026-08-26T18:45:19.276" v="2007" actId="1076"/>
        <pc:sldMkLst>
          <pc:docMk/>
          <pc:sldMk cId="0" sldId="290"/>
        </pc:sldMkLst>
        <pc:spChg chg="add mod">
          <ac:chgData name="C.c. Jyoshna" userId="589a49007424828f" providerId="LiveId" clId="{61403D91-7B87-4616-8FDD-928079D80F2D}" dt="2026-08-26T18:22:46.836" v="1833" actId="14100"/>
          <ac:spMkLst>
            <pc:docMk/>
            <pc:sldMk cId="0" sldId="290"/>
            <ac:spMk id="4" creationId="{B20DD689-A679-AAB0-8851-CE86E4ED1F64}"/>
          </ac:spMkLst>
        </pc:spChg>
        <pc:spChg chg="mod">
          <ac:chgData name="C.c. Jyoshna" userId="589a49007424828f" providerId="LiveId" clId="{61403D91-7B87-4616-8FDD-928079D80F2D}" dt="2026-08-26T18:36:57.926" v="1920" actId="20577"/>
          <ac:spMkLst>
            <pc:docMk/>
            <pc:sldMk cId="0" sldId="290"/>
            <ac:spMk id="7" creationId="{00000000-0000-0000-0000-000000000000}"/>
          </ac:spMkLst>
        </pc:spChg>
        <pc:spChg chg="mod">
          <ac:chgData name="C.c. Jyoshna" userId="589a49007424828f" providerId="LiveId" clId="{61403D91-7B87-4616-8FDD-928079D80F2D}" dt="2026-08-26T17:05:00.297" v="1166" actId="14100"/>
          <ac:spMkLst>
            <pc:docMk/>
            <pc:sldMk cId="0" sldId="290"/>
            <ac:spMk id="11" creationId="{5DBCE864-823D-4A13-9607-5DA1F0ED5FB8}"/>
          </ac:spMkLst>
        </pc:spChg>
        <pc:spChg chg="add mod">
          <ac:chgData name="C.c. Jyoshna" userId="589a49007424828f" providerId="LiveId" clId="{61403D91-7B87-4616-8FDD-928079D80F2D}" dt="2026-08-26T18:44:49.232" v="2002" actId="14100"/>
          <ac:spMkLst>
            <pc:docMk/>
            <pc:sldMk cId="0" sldId="290"/>
            <ac:spMk id="34" creationId="{841E0176-32B4-FEE4-BB25-C23A8943E267}"/>
          </ac:spMkLst>
        </pc:spChg>
        <pc:spChg chg="add mod">
          <ac:chgData name="C.c. Jyoshna" userId="589a49007424828f" providerId="LiveId" clId="{61403D91-7B87-4616-8FDD-928079D80F2D}" dt="2026-08-26T18:44:58.668" v="2004" actId="20577"/>
          <ac:spMkLst>
            <pc:docMk/>
            <pc:sldMk cId="0" sldId="290"/>
            <ac:spMk id="37" creationId="{186B669F-01A3-5921-3882-8389CED0989C}"/>
          </ac:spMkLst>
        </pc:spChg>
        <pc:spChg chg="add mod">
          <ac:chgData name="C.c. Jyoshna" userId="589a49007424828f" providerId="LiveId" clId="{61403D91-7B87-4616-8FDD-928079D80F2D}" dt="2026-08-26T18:45:19.276" v="2007" actId="1076"/>
          <ac:spMkLst>
            <pc:docMk/>
            <pc:sldMk cId="0" sldId="290"/>
            <ac:spMk id="49" creationId="{E37AF021-77ED-1A88-9E07-D147CBA16958}"/>
          </ac:spMkLst>
        </pc:spChg>
        <pc:spChg chg="mod">
          <ac:chgData name="C.c. Jyoshna" userId="589a49007424828f" providerId="LiveId" clId="{61403D91-7B87-4616-8FDD-928079D80F2D}" dt="2026-08-26T18:19:45.750" v="1828" actId="255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C.c. Jyoshna" userId="589a49007424828f" providerId="LiveId" clId="{61403D91-7B87-4616-8FDD-928079D80F2D}" dt="2026-08-26T18:12:44.992" v="1785" actId="1076"/>
          <ac:picMkLst>
            <pc:docMk/>
            <pc:sldMk cId="0" sldId="290"/>
            <ac:picMk id="23" creationId="{2A4D1F9A-8CF7-6180-AD57-F0EF8CC32EA9}"/>
          </ac:picMkLst>
        </pc:picChg>
        <pc:picChg chg="add mod">
          <ac:chgData name="C.c. Jyoshna" userId="589a49007424828f" providerId="LiveId" clId="{61403D91-7B87-4616-8FDD-928079D80F2D}" dt="2026-08-26T18:12:24.826" v="1783" actId="1076"/>
          <ac:picMkLst>
            <pc:docMk/>
            <pc:sldMk cId="0" sldId="290"/>
            <ac:picMk id="27" creationId="{30B42298-A6CC-F2A9-82BD-026EB3CFF6FD}"/>
          </ac:picMkLst>
        </pc:picChg>
        <pc:picChg chg="add mod modCrop">
          <ac:chgData name="C.c. Jyoshna" userId="589a49007424828f" providerId="LiveId" clId="{61403D91-7B87-4616-8FDD-928079D80F2D}" dt="2026-08-26T18:12:16.488" v="1782" actId="14100"/>
          <ac:picMkLst>
            <pc:docMk/>
            <pc:sldMk cId="0" sldId="290"/>
            <ac:picMk id="29" creationId="{03653208-44F1-1FDB-79AB-EA4CD6A019CF}"/>
          </ac:picMkLst>
        </pc:picChg>
        <pc:picChg chg="add mod modCrop">
          <ac:chgData name="C.c. Jyoshna" userId="589a49007424828f" providerId="LiveId" clId="{61403D91-7B87-4616-8FDD-928079D80F2D}" dt="2026-08-26T18:12:07.958" v="1781" actId="14100"/>
          <ac:picMkLst>
            <pc:docMk/>
            <pc:sldMk cId="0" sldId="290"/>
            <ac:picMk id="31" creationId="{EBE95ADF-C3E8-BC87-DA5A-343D5984F487}"/>
          </ac:picMkLst>
        </pc:picChg>
        <pc:picChg chg="add mod">
          <ac:chgData name="C.c. Jyoshna" userId="589a49007424828f" providerId="LiveId" clId="{61403D91-7B87-4616-8FDD-928079D80F2D}" dt="2026-08-26T18:44:43.454" v="2001" actId="1076"/>
          <ac:picMkLst>
            <pc:docMk/>
            <pc:sldMk cId="0" sldId="290"/>
            <ac:picMk id="55" creationId="{C9470FC2-6BBB-9202-DA65-33B613189A2F}"/>
          </ac:picMkLst>
        </pc:picChg>
        <pc:picChg chg="add mod">
          <ac:chgData name="C.c. Jyoshna" userId="589a49007424828f" providerId="LiveId" clId="{61403D91-7B87-4616-8FDD-928079D80F2D}" dt="2026-08-26T18:45:11.630" v="2006" actId="14100"/>
          <ac:picMkLst>
            <pc:docMk/>
            <pc:sldMk cId="0" sldId="290"/>
            <ac:picMk id="57" creationId="{BF4132F6-F782-BC29-D3F8-ADF75A572836}"/>
          </ac:picMkLst>
        </pc:picChg>
      </pc:sldChg>
      <pc:sldChg chg="addSp delSp modSp mod">
        <pc:chgData name="C.c. Jyoshna" userId="589a49007424828f" providerId="LiveId" clId="{61403D91-7B87-4616-8FDD-928079D80F2D}" dt="2026-08-27T16:54:51.487" v="2759" actId="1076"/>
        <pc:sldMkLst>
          <pc:docMk/>
          <pc:sldMk cId="3753387913" sldId="293"/>
        </pc:sldMkLst>
        <pc:spChg chg="add mod">
          <ac:chgData name="C.c. Jyoshna" userId="589a49007424828f" providerId="LiveId" clId="{61403D91-7B87-4616-8FDD-928079D80F2D}" dt="2026-08-27T16:02:45.475" v="2649" actId="14100"/>
          <ac:spMkLst>
            <pc:docMk/>
            <pc:sldMk cId="3753387913" sldId="293"/>
            <ac:spMk id="2" creationId="{A3AE8776-6542-5DF5-F49E-68C31AD63AC4}"/>
          </ac:spMkLst>
        </pc:spChg>
        <pc:spChg chg="add del mod">
          <ac:chgData name="C.c. Jyoshna" userId="589a49007424828f" providerId="LiveId" clId="{61403D91-7B87-4616-8FDD-928079D80F2D}" dt="2026-08-27T16:53:54.074" v="2745" actId="20577"/>
          <ac:spMkLst>
            <pc:docMk/>
            <pc:sldMk cId="3753387913" sldId="293"/>
            <ac:spMk id="3" creationId="{D0542EAA-ADB1-686F-DDC9-6C2CDA791D90}"/>
          </ac:spMkLst>
        </pc:spChg>
        <pc:spChg chg="add del mod">
          <ac:chgData name="C.c. Jyoshna" userId="589a49007424828f" providerId="LiveId" clId="{61403D91-7B87-4616-8FDD-928079D80F2D}" dt="2026-08-27T16:02:23.059" v="2644" actId="14100"/>
          <ac:spMkLst>
            <pc:docMk/>
            <pc:sldMk cId="3753387913" sldId="293"/>
            <ac:spMk id="4" creationId="{233F668A-0A9F-9134-7A12-CF57752D7A86}"/>
          </ac:spMkLst>
        </pc:spChg>
        <pc:spChg chg="mod">
          <ac:chgData name="C.c. Jyoshna" userId="589a49007424828f" providerId="LiveId" clId="{61403D91-7B87-4616-8FDD-928079D80F2D}" dt="2026-08-26T19:01:23.303" v="2186" actId="2711"/>
          <ac:spMkLst>
            <pc:docMk/>
            <pc:sldMk cId="3753387913" sldId="293"/>
            <ac:spMk id="6" creationId="{00000000-0000-0000-0000-000000000000}"/>
          </ac:spMkLst>
        </pc:spChg>
        <pc:spChg chg="mod">
          <ac:chgData name="C.c. Jyoshna" userId="589a49007424828f" providerId="LiveId" clId="{61403D91-7B87-4616-8FDD-928079D80F2D}" dt="2026-08-26T19:01:23.303" v="2186" actId="2711"/>
          <ac:spMkLst>
            <pc:docMk/>
            <pc:sldMk cId="3753387913" sldId="293"/>
            <ac:spMk id="7" creationId="{00000000-0000-0000-0000-000000000000}"/>
          </ac:spMkLst>
        </pc:spChg>
        <pc:spChg chg="add mod">
          <ac:chgData name="C.c. Jyoshna" userId="589a49007424828f" providerId="LiveId" clId="{61403D91-7B87-4616-8FDD-928079D80F2D}" dt="2026-08-27T16:03:38.095" v="2680" actId="14100"/>
          <ac:spMkLst>
            <pc:docMk/>
            <pc:sldMk cId="3753387913" sldId="293"/>
            <ac:spMk id="8" creationId="{BAA1C9E0-4685-A83E-9A90-7D7289B1161C}"/>
          </ac:spMkLst>
        </pc:spChg>
        <pc:spChg chg="mod">
          <ac:chgData name="C.c. Jyoshna" userId="589a49007424828f" providerId="LiveId" clId="{61403D91-7B87-4616-8FDD-928079D80F2D}" dt="2026-08-26T19:01:23.303" v="2186" actId="2711"/>
          <ac:spMkLst>
            <pc:docMk/>
            <pc:sldMk cId="3753387913" sldId="293"/>
            <ac:spMk id="10" creationId="{AD4F69D3-EEB0-4C4C-9434-B9960FB5854C}"/>
          </ac:spMkLst>
        </pc:spChg>
        <pc:spChg chg="mod">
          <ac:chgData name="C.c. Jyoshna" userId="589a49007424828f" providerId="LiveId" clId="{61403D91-7B87-4616-8FDD-928079D80F2D}" dt="2026-08-26T19:01:23.303" v="2186" actId="2711"/>
          <ac:spMkLst>
            <pc:docMk/>
            <pc:sldMk cId="3753387913" sldId="293"/>
            <ac:spMk id="12" creationId="{5DBCE864-823D-4A13-9607-5DA1F0ED5FB8}"/>
          </ac:spMkLst>
        </pc:spChg>
        <pc:spChg chg="add mod">
          <ac:chgData name="C.c. Jyoshna" userId="589a49007424828f" providerId="LiveId" clId="{61403D91-7B87-4616-8FDD-928079D80F2D}" dt="2026-08-27T16:04:05.580" v="2683" actId="14100"/>
          <ac:spMkLst>
            <pc:docMk/>
            <pc:sldMk cId="3753387913" sldId="293"/>
            <ac:spMk id="13" creationId="{5C8232F4-F91F-5144-7318-213252E2B856}"/>
          </ac:spMkLst>
        </pc:spChg>
        <pc:spChg chg="add mod">
          <ac:chgData name="C.c. Jyoshna" userId="589a49007424828f" providerId="LiveId" clId="{61403D91-7B87-4616-8FDD-928079D80F2D}" dt="2026-08-27T16:04:23.358" v="2686" actId="14100"/>
          <ac:spMkLst>
            <pc:docMk/>
            <pc:sldMk cId="3753387913" sldId="293"/>
            <ac:spMk id="15" creationId="{89D5B2E4-712A-D827-CD90-894E79B80D15}"/>
          </ac:spMkLst>
        </pc:spChg>
        <pc:spChg chg="add del mod">
          <ac:chgData name="C.c. Jyoshna" userId="589a49007424828f" providerId="LiveId" clId="{61403D91-7B87-4616-8FDD-928079D80F2D}" dt="2026-08-27T16:01:12.759" v="2631" actId="21"/>
          <ac:spMkLst>
            <pc:docMk/>
            <pc:sldMk cId="3753387913" sldId="293"/>
            <ac:spMk id="23" creationId="{4B08900A-343B-C656-E6E3-0BD6BA5D2FD4}"/>
          </ac:spMkLst>
        </pc:spChg>
        <pc:spChg chg="add mod">
          <ac:chgData name="C.c. Jyoshna" userId="589a49007424828f" providerId="LiveId" clId="{61403D91-7B87-4616-8FDD-928079D80F2D}" dt="2026-08-27T16:03:31.499" v="2679" actId="1076"/>
          <ac:spMkLst>
            <pc:docMk/>
            <pc:sldMk cId="3753387913" sldId="293"/>
            <ac:spMk id="28" creationId="{4F220E6A-035B-A49C-872C-99C65643F668}"/>
          </ac:spMkLst>
        </pc:spChg>
        <pc:spChg chg="add mod">
          <ac:chgData name="C.c. Jyoshna" userId="589a49007424828f" providerId="LiveId" clId="{61403D91-7B87-4616-8FDD-928079D80F2D}" dt="2026-08-27T16:05:28.896" v="2696" actId="1076"/>
          <ac:spMkLst>
            <pc:docMk/>
            <pc:sldMk cId="3753387913" sldId="293"/>
            <ac:spMk id="29" creationId="{DD5103F8-0082-B125-1AC1-50B6001545FB}"/>
          </ac:spMkLst>
        </pc:spChg>
        <pc:spChg chg="add mod">
          <ac:chgData name="C.c. Jyoshna" userId="589a49007424828f" providerId="LiveId" clId="{61403D91-7B87-4616-8FDD-928079D80F2D}" dt="2026-08-27T16:54:51.487" v="2759" actId="1076"/>
          <ac:spMkLst>
            <pc:docMk/>
            <pc:sldMk cId="3753387913" sldId="293"/>
            <ac:spMk id="36" creationId="{53D97A5F-8508-0185-044F-A5BEA7ADB7C4}"/>
          </ac:spMkLst>
        </pc:spChg>
        <pc:spChg chg="mod">
          <ac:chgData name="C.c. Jyoshna" userId="589a49007424828f" providerId="LiveId" clId="{61403D91-7B87-4616-8FDD-928079D80F2D}" dt="2026-08-26T19:02:44.294" v="2202" actId="255"/>
          <ac:spMkLst>
            <pc:docMk/>
            <pc:sldMk cId="3753387913" sldId="293"/>
            <ac:spMk id="17409" creationId="{00000000-0000-0000-0000-000000000000}"/>
          </ac:spMkLst>
        </pc:spChg>
        <pc:picChg chg="add del">
          <ac:chgData name="C.c. Jyoshna" userId="589a49007424828f" providerId="LiveId" clId="{61403D91-7B87-4616-8FDD-928079D80F2D}" dt="2026-08-27T15:57:16.439" v="2517" actId="478"/>
          <ac:picMkLst>
            <pc:docMk/>
            <pc:sldMk cId="3753387913" sldId="293"/>
            <ac:picMk id="9" creationId="{9322CE29-AE76-DA87-A609-206B03CFE187}"/>
          </ac:picMkLst>
        </pc:picChg>
        <pc:picChg chg="add del">
          <ac:chgData name="C.c. Jyoshna" userId="589a49007424828f" providerId="LiveId" clId="{61403D91-7B87-4616-8FDD-928079D80F2D}" dt="2026-08-27T05:28:24.475" v="2371" actId="478"/>
          <ac:picMkLst>
            <pc:docMk/>
            <pc:sldMk cId="3753387913" sldId="293"/>
            <ac:picMk id="9" creationId="{9456B1DC-4E91-8BB4-30BA-0757FC17F5CD}"/>
          </ac:picMkLst>
        </pc:picChg>
        <pc:picChg chg="add mod">
          <ac:chgData name="C.c. Jyoshna" userId="589a49007424828f" providerId="LiveId" clId="{61403D91-7B87-4616-8FDD-928079D80F2D}" dt="2026-08-27T16:02:49.258" v="2650" actId="1076"/>
          <ac:picMkLst>
            <pc:docMk/>
            <pc:sldMk cId="3753387913" sldId="293"/>
            <ac:picMk id="16" creationId="{76E57408-717B-F989-8DA6-DF6556C138D3}"/>
          </ac:picMkLst>
        </pc:picChg>
        <pc:picChg chg="add mod">
          <ac:chgData name="C.c. Jyoshna" userId="589a49007424828f" providerId="LiveId" clId="{61403D91-7B87-4616-8FDD-928079D80F2D}" dt="2026-08-27T16:02:34.767" v="2647" actId="1076"/>
          <ac:picMkLst>
            <pc:docMk/>
            <pc:sldMk cId="3753387913" sldId="293"/>
            <ac:picMk id="17" creationId="{1D3FDF5A-F9B2-18EC-C210-FC896DFF0ED1}"/>
          </ac:picMkLst>
        </pc:picChg>
        <pc:picChg chg="add mod">
          <ac:chgData name="C.c. Jyoshna" userId="589a49007424828f" providerId="LiveId" clId="{61403D91-7B87-4616-8FDD-928079D80F2D}" dt="2026-08-27T16:02:55.053" v="2651" actId="1076"/>
          <ac:picMkLst>
            <pc:docMk/>
            <pc:sldMk cId="3753387913" sldId="293"/>
            <ac:picMk id="18" creationId="{1AAF6619-8C97-CC00-DE1A-C6F820B47885}"/>
          </ac:picMkLst>
        </pc:picChg>
        <pc:picChg chg="add mod">
          <ac:chgData name="C.c. Jyoshna" userId="589a49007424828f" providerId="LiveId" clId="{61403D91-7B87-4616-8FDD-928079D80F2D}" dt="2026-08-27T16:03:42.717" v="2681" actId="1076"/>
          <ac:picMkLst>
            <pc:docMk/>
            <pc:sldMk cId="3753387913" sldId="293"/>
            <ac:picMk id="20" creationId="{A10E9194-673D-BDB5-54B3-A2852C773D47}"/>
          </ac:picMkLst>
        </pc:picChg>
        <pc:picChg chg="add del mod">
          <ac:chgData name="C.c. Jyoshna" userId="589a49007424828f" providerId="LiveId" clId="{61403D91-7B87-4616-8FDD-928079D80F2D}" dt="2026-08-27T16:01:37.046" v="2634" actId="478"/>
          <ac:picMkLst>
            <pc:docMk/>
            <pc:sldMk cId="3753387913" sldId="293"/>
            <ac:picMk id="21" creationId="{DDF0A2B1-6076-E4A2-D5AC-8C26FE4F91AC}"/>
          </ac:picMkLst>
        </pc:picChg>
        <pc:picChg chg="add mod">
          <ac:chgData name="C.c. Jyoshna" userId="589a49007424828f" providerId="LiveId" clId="{61403D91-7B87-4616-8FDD-928079D80F2D}" dt="2026-08-27T16:04:10.492" v="2684" actId="1076"/>
          <ac:picMkLst>
            <pc:docMk/>
            <pc:sldMk cId="3753387913" sldId="293"/>
            <ac:picMk id="22" creationId="{2EFB0DFF-D52F-01D1-F124-D0815339997F}"/>
          </ac:picMkLst>
        </pc:picChg>
        <pc:picChg chg="add del mod">
          <ac:chgData name="C.c. Jyoshna" userId="589a49007424828f" providerId="LiveId" clId="{61403D91-7B87-4616-8FDD-928079D80F2D}" dt="2026-08-27T16:04:30.052" v="2687" actId="1076"/>
          <ac:picMkLst>
            <pc:docMk/>
            <pc:sldMk cId="3753387913" sldId="293"/>
            <ac:picMk id="24" creationId="{5F95C9AE-7F2D-8245-0328-AC7E1FD88B3E}"/>
          </ac:picMkLst>
        </pc:picChg>
        <pc:picChg chg="add del mod">
          <ac:chgData name="C.c. Jyoshna" userId="589a49007424828f" providerId="LiveId" clId="{61403D91-7B87-4616-8FDD-928079D80F2D}" dt="2026-08-27T16:04:56.925" v="2691" actId="1076"/>
          <ac:picMkLst>
            <pc:docMk/>
            <pc:sldMk cId="3753387913" sldId="293"/>
            <ac:picMk id="26" creationId="{7ED948CD-0D46-3174-3964-C39691B293EA}"/>
          </ac:picMkLst>
        </pc:picChg>
        <pc:picChg chg="add mod">
          <ac:chgData name="C.c. Jyoshna" userId="589a49007424828f" providerId="LiveId" clId="{61403D91-7B87-4616-8FDD-928079D80F2D}" dt="2026-08-27T16:02:26.812" v="2645" actId="1076"/>
          <ac:picMkLst>
            <pc:docMk/>
            <pc:sldMk cId="3753387913" sldId="293"/>
            <ac:picMk id="27" creationId="{D7ED009E-A3A2-1460-93DA-B0635F49D94E}"/>
          </ac:picMkLst>
        </pc:picChg>
        <pc:picChg chg="add del">
          <ac:chgData name="C.c. Jyoshna" userId="589a49007424828f" providerId="LiveId" clId="{61403D91-7B87-4616-8FDD-928079D80F2D}" dt="2026-08-27T16:07:21.091" v="2700" actId="478"/>
          <ac:picMkLst>
            <pc:docMk/>
            <pc:sldMk cId="3753387913" sldId="293"/>
            <ac:picMk id="31" creationId="{E8539580-80CD-77B9-1F77-F90E078FA881}"/>
          </ac:picMkLst>
        </pc:picChg>
        <pc:picChg chg="add mod">
          <ac:chgData name="C.c. Jyoshna" userId="589a49007424828f" providerId="LiveId" clId="{61403D91-7B87-4616-8FDD-928079D80F2D}" dt="2026-08-27T16:07:53.633" v="2712" actId="1076"/>
          <ac:picMkLst>
            <pc:docMk/>
            <pc:sldMk cId="3753387913" sldId="293"/>
            <ac:picMk id="32" creationId="{D5600CAC-68D2-04AA-D48E-59962396FB63}"/>
          </ac:picMkLst>
        </pc:picChg>
        <pc:picChg chg="add mod modCrop">
          <ac:chgData name="C.c. Jyoshna" userId="589a49007424828f" providerId="LiveId" clId="{61403D91-7B87-4616-8FDD-928079D80F2D}" dt="2026-08-27T16:09:06.449" v="2718" actId="14100"/>
          <ac:picMkLst>
            <pc:docMk/>
            <pc:sldMk cId="3753387913" sldId="293"/>
            <ac:picMk id="33" creationId="{8224EF6C-729F-ABE8-F1F1-720255890717}"/>
          </ac:picMkLst>
        </pc:picChg>
        <pc:picChg chg="add mod">
          <ac:chgData name="C.c. Jyoshna" userId="589a49007424828f" providerId="LiveId" clId="{61403D91-7B87-4616-8FDD-928079D80F2D}" dt="2026-08-27T16:53:23.659" v="2739" actId="1076"/>
          <ac:picMkLst>
            <pc:docMk/>
            <pc:sldMk cId="3753387913" sldId="293"/>
            <ac:picMk id="34" creationId="{514A41BD-0B18-CB8B-D6D7-4F4661B5F204}"/>
          </ac:picMkLst>
        </pc:picChg>
        <pc:picChg chg="add mod">
          <ac:chgData name="C.c. Jyoshna" userId="589a49007424828f" providerId="LiveId" clId="{61403D91-7B87-4616-8FDD-928079D80F2D}" dt="2026-08-27T16:53:17.225" v="2738" actId="1076"/>
          <ac:picMkLst>
            <pc:docMk/>
            <pc:sldMk cId="3753387913" sldId="293"/>
            <ac:picMk id="35" creationId="{5373E3C7-75C5-649C-6D9C-AF61C98E8050}"/>
          </ac:picMkLst>
        </pc:picChg>
      </pc:sldChg>
      <pc:sldChg chg="addSp delSp modSp mod">
        <pc:chgData name="C.c. Jyoshna" userId="589a49007424828f" providerId="LiveId" clId="{61403D91-7B87-4616-8FDD-928079D80F2D}" dt="2026-08-27T18:15:09.038" v="3198" actId="207"/>
        <pc:sldMkLst>
          <pc:docMk/>
          <pc:sldMk cId="2997144140" sldId="294"/>
        </pc:sldMkLst>
        <pc:spChg chg="mod">
          <ac:chgData name="C.c. Jyoshna" userId="589a49007424828f" providerId="LiveId" clId="{61403D91-7B87-4616-8FDD-928079D80F2D}" dt="2026-08-27T16:59:38.845" v="2789" actId="1076"/>
          <ac:spMkLst>
            <pc:docMk/>
            <pc:sldMk cId="2997144140" sldId="294"/>
            <ac:spMk id="6" creationId="{00000000-0000-0000-0000-000000000000}"/>
          </ac:spMkLst>
        </pc:spChg>
        <pc:spChg chg="mod">
          <ac:chgData name="C.c. Jyoshna" userId="589a49007424828f" providerId="LiveId" clId="{61403D91-7B87-4616-8FDD-928079D80F2D}" dt="2026-08-27T16:59:29.963" v="2788" actId="1076"/>
          <ac:spMkLst>
            <pc:docMk/>
            <pc:sldMk cId="2997144140" sldId="294"/>
            <ac:spMk id="7" creationId="{00000000-0000-0000-0000-000000000000}"/>
          </ac:spMkLst>
        </pc:spChg>
        <pc:spChg chg="add mod">
          <ac:chgData name="C.c. Jyoshna" userId="589a49007424828f" providerId="LiveId" clId="{61403D91-7B87-4616-8FDD-928079D80F2D}" dt="2026-08-27T18:03:01.149" v="3099" actId="1076"/>
          <ac:spMkLst>
            <pc:docMk/>
            <pc:sldMk cId="2997144140" sldId="294"/>
            <ac:spMk id="8" creationId="{92798D69-F96B-A5A2-20BE-66623E5C1450}"/>
          </ac:spMkLst>
        </pc:spChg>
        <pc:spChg chg="mod">
          <ac:chgData name="C.c. Jyoshna" userId="589a49007424828f" providerId="LiveId" clId="{61403D91-7B87-4616-8FDD-928079D80F2D}" dt="2026-08-27T16:59:42.559" v="2790" actId="14100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C.c. Jyoshna" userId="589a49007424828f" providerId="LiveId" clId="{61403D91-7B87-4616-8FDD-928079D80F2D}" dt="2026-08-27T18:14:41.467" v="3195" actId="14100"/>
          <ac:spMkLst>
            <pc:docMk/>
            <pc:sldMk cId="2997144140" sldId="294"/>
            <ac:spMk id="12" creationId="{5DBCE864-823D-4A13-9607-5DA1F0ED5FB8}"/>
          </ac:spMkLst>
        </pc:spChg>
        <pc:spChg chg="add mod">
          <ac:chgData name="C.c. Jyoshna" userId="589a49007424828f" providerId="LiveId" clId="{61403D91-7B87-4616-8FDD-928079D80F2D}" dt="2026-08-27T18:14:02.251" v="3191" actId="20577"/>
          <ac:spMkLst>
            <pc:docMk/>
            <pc:sldMk cId="2997144140" sldId="294"/>
            <ac:spMk id="13" creationId="{7610A9B0-92C7-900E-EF33-B1BBD1D83C1B}"/>
          </ac:spMkLst>
        </pc:spChg>
        <pc:spChg chg="add del mod">
          <ac:chgData name="C.c. Jyoshna" userId="589a49007424828f" providerId="LiveId" clId="{61403D91-7B87-4616-8FDD-928079D80F2D}" dt="2026-08-27T18:02:29.503" v="3091" actId="478"/>
          <ac:spMkLst>
            <pc:docMk/>
            <pc:sldMk cId="2997144140" sldId="294"/>
            <ac:spMk id="14" creationId="{D1BF61C8-175C-B08E-0EA6-6820201569FB}"/>
          </ac:spMkLst>
        </pc:spChg>
        <pc:spChg chg="add mod">
          <ac:chgData name="C.c. Jyoshna" userId="589a49007424828f" providerId="LiveId" clId="{61403D91-7B87-4616-8FDD-928079D80F2D}" dt="2026-08-27T18:11:43.579" v="3147" actId="9"/>
          <ac:spMkLst>
            <pc:docMk/>
            <pc:sldMk cId="2997144140" sldId="294"/>
            <ac:spMk id="16" creationId="{F73B2F6F-1E4F-6D1B-9069-42CDB58BEE72}"/>
          </ac:spMkLst>
        </pc:spChg>
        <pc:spChg chg="add mod">
          <ac:chgData name="C.c. Jyoshna" userId="589a49007424828f" providerId="LiveId" clId="{61403D91-7B87-4616-8FDD-928079D80F2D}" dt="2026-08-27T18:15:09.038" v="3198" actId="207"/>
          <ac:spMkLst>
            <pc:docMk/>
            <pc:sldMk cId="2997144140" sldId="294"/>
            <ac:spMk id="21" creationId="{4DCC7B83-1CBD-E03C-48CE-FB6F7D383643}"/>
          </ac:spMkLst>
        </pc:spChg>
        <pc:spChg chg="add mod">
          <ac:chgData name="C.c. Jyoshna" userId="589a49007424828f" providerId="LiveId" clId="{61403D91-7B87-4616-8FDD-928079D80F2D}" dt="2026-08-27T18:03:25.103" v="3103" actId="14100"/>
          <ac:spMkLst>
            <pc:docMk/>
            <pc:sldMk cId="2997144140" sldId="294"/>
            <ac:spMk id="23" creationId="{AB8F9299-21A6-BF34-7658-EF8DD8BA8FD6}"/>
          </ac:spMkLst>
        </pc:spChg>
        <pc:spChg chg="add mod">
          <ac:chgData name="C.c. Jyoshna" userId="589a49007424828f" providerId="LiveId" clId="{61403D91-7B87-4616-8FDD-928079D80F2D}" dt="2026-08-27T18:08:54.512" v="3143" actId="1076"/>
          <ac:spMkLst>
            <pc:docMk/>
            <pc:sldMk cId="2997144140" sldId="294"/>
            <ac:spMk id="28" creationId="{DC62DD62-CC99-AE4B-01B4-234D8806110C}"/>
          </ac:spMkLst>
        </pc:spChg>
        <pc:spChg chg="mod">
          <ac:chgData name="C.c. Jyoshna" userId="589a49007424828f" providerId="LiveId" clId="{61403D91-7B87-4616-8FDD-928079D80F2D}" dt="2026-08-27T16:57:37.075" v="2781" actId="255"/>
          <ac:spMkLst>
            <pc:docMk/>
            <pc:sldMk cId="2997144140" sldId="294"/>
            <ac:spMk id="17409" creationId="{00000000-0000-0000-0000-000000000000}"/>
          </ac:spMkLst>
        </pc:spChg>
        <pc:spChg chg="del mod">
          <ac:chgData name="C.c. Jyoshna" userId="589a49007424828f" providerId="LiveId" clId="{61403D91-7B87-4616-8FDD-928079D80F2D}" dt="2026-08-27T16:56:26.631" v="2761" actId="21"/>
          <ac:spMkLst>
            <pc:docMk/>
            <pc:sldMk cId="2997144140" sldId="294"/>
            <ac:spMk id="17410" creationId="{00000000-0000-0000-0000-000000000000}"/>
          </ac:spMkLst>
        </pc:spChg>
        <pc:picChg chg="add del mod modCrop">
          <ac:chgData name="C.c. Jyoshna" userId="589a49007424828f" providerId="LiveId" clId="{61403D91-7B87-4616-8FDD-928079D80F2D}" dt="2026-08-27T17:09:50.956" v="2797" actId="478"/>
          <ac:picMkLst>
            <pc:docMk/>
            <pc:sldMk cId="2997144140" sldId="294"/>
            <ac:picMk id="3" creationId="{B985AF41-1B7C-50FD-AE31-AF76C361CD27}"/>
          </ac:picMkLst>
        </pc:picChg>
        <pc:picChg chg="add del mod modCrop">
          <ac:chgData name="C.c. Jyoshna" userId="589a49007424828f" providerId="LiveId" clId="{61403D91-7B87-4616-8FDD-928079D80F2D}" dt="2026-08-27T17:11:58.966" v="2803" actId="478"/>
          <ac:picMkLst>
            <pc:docMk/>
            <pc:sldMk cId="2997144140" sldId="294"/>
            <ac:picMk id="5" creationId="{0DA42EFC-7A6D-C32E-B7CC-B7C414EC08B0}"/>
          </ac:picMkLst>
        </pc:picChg>
        <pc:picChg chg="add del">
          <ac:chgData name="C.c. Jyoshna" userId="589a49007424828f" providerId="LiveId" clId="{61403D91-7B87-4616-8FDD-928079D80F2D}" dt="2026-08-27T17:47:41.498" v="2972" actId="478"/>
          <ac:picMkLst>
            <pc:docMk/>
            <pc:sldMk cId="2997144140" sldId="294"/>
            <ac:picMk id="18" creationId="{DA00CA3C-531E-67AC-156D-8ADE68FB6A19}"/>
          </ac:picMkLst>
        </pc:picChg>
        <pc:picChg chg="add del mod">
          <ac:chgData name="C.c. Jyoshna" userId="589a49007424828f" providerId="LiveId" clId="{61403D91-7B87-4616-8FDD-928079D80F2D}" dt="2026-08-27T18:02:31.377" v="3092" actId="478"/>
          <ac:picMkLst>
            <pc:docMk/>
            <pc:sldMk cId="2997144140" sldId="294"/>
            <ac:picMk id="20" creationId="{CA3428BD-1492-E631-2DA9-E8EF8048B186}"/>
          </ac:picMkLst>
        </pc:picChg>
        <pc:picChg chg="add mod">
          <ac:chgData name="C.c. Jyoshna" userId="589a49007424828f" providerId="LiveId" clId="{61403D91-7B87-4616-8FDD-928079D80F2D}" dt="2026-08-27T18:03:38.391" v="3106" actId="1076"/>
          <ac:picMkLst>
            <pc:docMk/>
            <pc:sldMk cId="2997144140" sldId="294"/>
            <ac:picMk id="25" creationId="{1BC8CF61-11BA-700C-AFCB-7C675FDA2FC1}"/>
          </ac:picMkLst>
        </pc:picChg>
        <pc:picChg chg="add del">
          <ac:chgData name="C.c. Jyoshna" userId="589a49007424828f" providerId="LiveId" clId="{61403D91-7B87-4616-8FDD-928079D80F2D}" dt="2026-08-27T18:06:32.674" v="3115" actId="478"/>
          <ac:picMkLst>
            <pc:docMk/>
            <pc:sldMk cId="2997144140" sldId="294"/>
            <ac:picMk id="27" creationId="{A2AEB80D-DD62-258F-0790-C7F49650D21F}"/>
          </ac:picMkLst>
        </pc:picChg>
        <pc:picChg chg="add mod">
          <ac:chgData name="C.c. Jyoshna" userId="589a49007424828f" providerId="LiveId" clId="{61403D91-7B87-4616-8FDD-928079D80F2D}" dt="2026-08-27T18:08:49.303" v="3142" actId="14100"/>
          <ac:picMkLst>
            <pc:docMk/>
            <pc:sldMk cId="2997144140" sldId="294"/>
            <ac:picMk id="30" creationId="{197C8E25-C0C3-7F36-1583-185708E7D241}"/>
          </ac:picMkLst>
        </pc:picChg>
        <pc:picChg chg="add mod">
          <ac:chgData name="C.c. Jyoshna" userId="589a49007424828f" providerId="LiveId" clId="{61403D91-7B87-4616-8FDD-928079D80F2D}" dt="2026-08-27T18:11:50.029" v="3148" actId="1076"/>
          <ac:picMkLst>
            <pc:docMk/>
            <pc:sldMk cId="2997144140" sldId="294"/>
            <ac:picMk id="31" creationId="{0B83A5FD-F717-9863-BDAF-9D74DC25FC62}"/>
          </ac:picMkLst>
        </pc:picChg>
        <pc:picChg chg="add del">
          <ac:chgData name="C.c. Jyoshna" userId="589a49007424828f" providerId="LiveId" clId="{61403D91-7B87-4616-8FDD-928079D80F2D}" dt="2026-08-27T18:13:13.419" v="3150" actId="478"/>
          <ac:picMkLst>
            <pc:docMk/>
            <pc:sldMk cId="2997144140" sldId="294"/>
            <ac:picMk id="33" creationId="{06ED15F0-9CAA-E878-D34A-897B0F737ABA}"/>
          </ac:picMkLst>
        </pc:picChg>
        <pc:picChg chg="add mod">
          <ac:chgData name="C.c. Jyoshna" userId="589a49007424828f" providerId="LiveId" clId="{61403D91-7B87-4616-8FDD-928079D80F2D}" dt="2026-08-27T18:13:57.992" v="3186" actId="1076"/>
          <ac:picMkLst>
            <pc:docMk/>
            <pc:sldMk cId="2997144140" sldId="294"/>
            <ac:picMk id="35" creationId="{71BBD7FB-1B33-F697-FF0C-46C5C72603FF}"/>
          </ac:picMkLst>
        </pc:picChg>
        <pc:picChg chg="add mod">
          <ac:chgData name="C.c. Jyoshna" userId="589a49007424828f" providerId="LiveId" clId="{61403D91-7B87-4616-8FDD-928079D80F2D}" dt="2026-08-27T18:13:38.833" v="3170" actId="1076"/>
          <ac:picMkLst>
            <pc:docMk/>
            <pc:sldMk cId="2997144140" sldId="294"/>
            <ac:picMk id="37" creationId="{F74EFC7B-3784-D1CD-B29F-5003028667FC}"/>
          </ac:picMkLst>
        </pc:picChg>
      </pc:sldChg>
      <pc:sldChg chg="modSp mod">
        <pc:chgData name="C.c. Jyoshna" userId="589a49007424828f" providerId="LiveId" clId="{61403D91-7B87-4616-8FDD-928079D80F2D}" dt="2026-08-28T07:46:29.442" v="3285" actId="14100"/>
        <pc:sldMkLst>
          <pc:docMk/>
          <pc:sldMk cId="3916788613" sldId="296"/>
        </pc:sldMkLst>
        <pc:spChg chg="mod">
          <ac:chgData name="C.c. Jyoshna" userId="589a49007424828f" providerId="LiveId" clId="{61403D91-7B87-4616-8FDD-928079D80F2D}" dt="2026-08-28T07:46:29.442" v="3285" actId="14100"/>
          <ac:spMkLst>
            <pc:docMk/>
            <pc:sldMk cId="3916788613" sldId="296"/>
            <ac:spMk id="9" creationId="{5DBCE864-823D-4A13-9607-5DA1F0ED5FB8}"/>
          </ac:spMkLst>
        </pc:spChg>
        <pc:spChg chg="mod">
          <ac:chgData name="C.c. Jyoshna" userId="589a49007424828f" providerId="LiveId" clId="{61403D91-7B87-4616-8FDD-928079D80F2D}" dt="2026-08-28T07:46:00.567" v="3266" actId="255"/>
          <ac:spMkLst>
            <pc:docMk/>
            <pc:sldMk cId="3916788613" sldId="296"/>
            <ac:spMk id="17409" creationId="{00000000-0000-0000-0000-000000000000}"/>
          </ac:spMkLst>
        </pc:spChg>
        <pc:spChg chg="mod">
          <ac:chgData name="C.c. Jyoshna" userId="589a49007424828f" providerId="LiveId" clId="{61403D91-7B87-4616-8FDD-928079D80F2D}" dt="2026-08-28T07:45:33.834" v="3247" actId="1076"/>
          <ac:spMkLst>
            <pc:docMk/>
            <pc:sldMk cId="3916788613" sldId="296"/>
            <ac:spMk id="17410" creationId="{00000000-0000-0000-0000-000000000000}"/>
          </ac:spMkLst>
        </pc:spChg>
      </pc:sldChg>
      <pc:sldChg chg="add del">
        <pc:chgData name="C.c. Jyoshna" userId="589a49007424828f" providerId="LiveId" clId="{61403D91-7B87-4616-8FDD-928079D80F2D}" dt="2026-08-27T17:04:36.645" v="2791" actId="2696"/>
        <pc:sldMkLst>
          <pc:docMk/>
          <pc:sldMk cId="1588084416" sldId="297"/>
        </pc:sldMkLst>
      </pc:sldChg>
      <pc:sldChg chg="addSp modSp new mod">
        <pc:chgData name="C.c. Jyoshna" userId="589a49007424828f" providerId="LiveId" clId="{61403D91-7B87-4616-8FDD-928079D80F2D}" dt="2026-08-27T18:15:32.162" v="3199" actId="14100"/>
        <pc:sldMkLst>
          <pc:docMk/>
          <pc:sldMk cId="3627823928" sldId="298"/>
        </pc:sldMkLst>
        <pc:spChg chg="add mod">
          <ac:chgData name="C.c. Jyoshna" userId="589a49007424828f" providerId="LiveId" clId="{61403D91-7B87-4616-8FDD-928079D80F2D}" dt="2026-08-26T16:58:36.064" v="1144" actId="14100"/>
          <ac:spMkLst>
            <pc:docMk/>
            <pc:sldMk cId="3627823928" sldId="298"/>
            <ac:spMk id="5" creationId="{70E14CA9-9E92-E2C5-72EA-540D3C9F7CA9}"/>
          </ac:spMkLst>
        </pc:spChg>
        <pc:spChg chg="add mod">
          <ac:chgData name="C.c. Jyoshna" userId="589a49007424828f" providerId="LiveId" clId="{61403D91-7B87-4616-8FDD-928079D80F2D}" dt="2026-08-26T12:19:31.452" v="126" actId="1076"/>
          <ac:spMkLst>
            <pc:docMk/>
            <pc:sldMk cId="3627823928" sldId="298"/>
            <ac:spMk id="7" creationId="{F3E5BB11-944D-0677-29F0-8F31BFC0E521}"/>
          </ac:spMkLst>
        </pc:spChg>
        <pc:spChg chg="add mod">
          <ac:chgData name="C.c. Jyoshna" userId="589a49007424828f" providerId="LiveId" clId="{61403D91-7B87-4616-8FDD-928079D80F2D}" dt="2026-08-27T18:15:32.162" v="3199" actId="14100"/>
          <ac:spMkLst>
            <pc:docMk/>
            <pc:sldMk cId="3627823928" sldId="298"/>
            <ac:spMk id="9" creationId="{04DC2D47-44D3-E5EC-4F1F-D3988EFFB4FA}"/>
          </ac:spMkLst>
        </pc:spChg>
        <pc:picChg chg="add mod">
          <ac:chgData name="C.c. Jyoshna" userId="589a49007424828f" providerId="LiveId" clId="{61403D91-7B87-4616-8FDD-928079D80F2D}" dt="2026-08-26T12:20:03.293" v="130" actId="1076"/>
          <ac:picMkLst>
            <pc:docMk/>
            <pc:sldMk cId="3627823928" sldId="298"/>
            <ac:picMk id="11" creationId="{53F012E0-97DB-F3EC-7933-2C9A613A7C54}"/>
          </ac:picMkLst>
        </pc:picChg>
        <pc:picChg chg="add mod">
          <ac:chgData name="C.c. Jyoshna" userId="589a49007424828f" providerId="LiveId" clId="{61403D91-7B87-4616-8FDD-928079D80F2D}" dt="2026-08-26T12:19:55.264" v="129" actId="1076"/>
          <ac:picMkLst>
            <pc:docMk/>
            <pc:sldMk cId="3627823928" sldId="298"/>
            <ac:picMk id="13" creationId="{4EE83FDB-2E12-9568-29E1-B5F5DD11258F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jpe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jpeg"/><Relationship Id="rId13" Type="http://schemas.openxmlformats.org/officeDocument/2006/relationships/image" Target="../media/image20.jpeg"/><Relationship Id="rId14" Type="http://schemas.openxmlformats.org/officeDocument/2006/relationships/image" Target="../media/image21.jpeg"/><Relationship Id="rId15" Type="http://schemas.openxmlformats.org/officeDocument/2006/relationships/image" Target="../media/image2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Relationship Id="rId6" Type="http://schemas.openxmlformats.org/officeDocument/2006/relationships/image" Target="../media/image24.jpeg"/><Relationship Id="rId7" Type="http://schemas.openxmlformats.org/officeDocument/2006/relationships/image" Target="../media/image25.png"/><Relationship Id="rId8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handicrafts.nic.in/" TargetMode="External"/><Relationship Id="rId6" Type="http://schemas.openxmlformats.org/officeDocument/2006/relationships/hyperlink" Target="https://www.ondc.org/" TargetMode="External"/><Relationship Id="rId7" Type="http://schemas.openxmlformats.org/officeDocument/2006/relationships/hyperlink" Target="https://bhashini.gov.in/" TargetMode="External"/><Relationship Id="rId8" Type="http://schemas.openxmlformats.org/officeDocument/2006/relationships/hyperlink" Target="https://ipindia.gov.in/" TargetMode="External"/><Relationship Id="rId9" Type="http://schemas.openxmlformats.org/officeDocument/2006/relationships/image" Target="../media/image1.png"/><Relationship Id="rId10" Type="http://schemas.openxmlformats.org/officeDocument/2006/relationships/hyperlink" Target="https://nbcfdc.gov.in/nbcfdc/web/tulip" TargetMode="External"/><Relationship Id="rId11" Type="http://schemas.openxmlformats.org/officeDocument/2006/relationships/hyperlink" Target="https://socialjustice.gov.in/" TargetMode="External"/><Relationship Id="rId12" Type="http://schemas.openxmlformats.org/officeDocument/2006/relationships/hyperlink" Target="https://www.ibef.org/exports/handicrafts-industry-indi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2D1664-2391-41CE-7F9C-0F553E0BC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BD165B-D942-426B-C747-AF5C0937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E14CA9-9E92-E2C5-72EA-540D3C9F7CA9}"/>
              </a:ext>
            </a:extLst>
          </p:cNvPr>
          <p:cNvSpPr txBox="1"/>
          <p:nvPr/>
        </p:nvSpPr>
        <p:spPr>
          <a:xfrm>
            <a:off x="497073" y="2272304"/>
            <a:ext cx="7966443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SIH26090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 Linkage and Smart Cataloging Mobile Application for Marginalized Artisans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Organisation: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Social Justice and Empowerment (MoSJE)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Miscellaneous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126401u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–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Zero Click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5BB11-944D-0677-29F0-8F31BFC0E521}"/>
              </a:ext>
            </a:extLst>
          </p:cNvPr>
          <p:cNvSpPr txBox="1"/>
          <p:nvPr/>
        </p:nvSpPr>
        <p:spPr>
          <a:xfrm>
            <a:off x="1015409" y="1474043"/>
            <a:ext cx="984574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Market Linkage and Smart Cataloging Mobile Application for Marginalized Artisans</a:t>
            </a:r>
            <a:endParaRPr lang="en-IN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C2D47-44D3-E5EC-4F1F-D3988EFFB4FA}"/>
              </a:ext>
            </a:extLst>
          </p:cNvPr>
          <p:cNvSpPr txBox="1"/>
          <p:nvPr/>
        </p:nvSpPr>
        <p:spPr>
          <a:xfrm>
            <a:off x="2472070" y="449839"/>
            <a:ext cx="664003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INDIA HACKATHON 2026</a:t>
            </a:r>
            <a:endParaRPr lang="en-US" sz="3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F012E0-97DB-F3EC-7933-2C9A613A7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E83FDB-2E12-9568-29E1-B5F5DD112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7600" y="2619625"/>
            <a:ext cx="3200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2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12648" y="-4572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1664" y="6355080"/>
            <a:ext cx="2843784" cy="365760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5152" y="6355080"/>
            <a:ext cx="3200400" cy="36576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37744"/>
            <a:ext cx="1828800" cy="530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Zero Click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6134BC-30FE-4A46-6672-AA870F501636}"/>
              </a:ext>
            </a:extLst>
          </p:cNvPr>
          <p:cNvSpPr/>
          <p:nvPr/>
        </p:nvSpPr>
        <p:spPr>
          <a:xfrm>
            <a:off x="459971" y="1219200"/>
            <a:ext cx="5187142" cy="4494415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IDEA/SOLUTION: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CraftLink AI</a:t>
            </a: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 </a:t>
            </a:r>
            <a:r>
              <a:rPr lang="en-US" sz="1200" dirty="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“virtual business manager”</a:t>
            </a: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artisans who have never sold online. One photo + one spoken sentence becomes a market-ready listing.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Photo-based product capture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removal, lighting fix, e-commerce framing.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Voice-first input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Local-language speech-to-text — no typing, no English.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catalog generation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 title, description, category and keywords.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pricingMaterials + labour + market bands + signals read from the photo and description — every factor shown.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Buyer &amp; market matchingONDC/GeM-ready listing fields; bulk enquiries from B2B and government buyers, answered in-app.</a:t>
            </a:r>
            <a:b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lvl="0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44EE66-5DF9-5A47-95E9-40E1F1108E01}"/>
              </a:ext>
            </a:extLst>
          </p:cNvPr>
          <p:cNvSpPr/>
          <p:nvPr/>
        </p:nvSpPr>
        <p:spPr>
          <a:xfrm>
            <a:off x="5967568" y="1219200"/>
            <a:ext cx="6019385" cy="232393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RESOLUTION: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professional photos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AI removes cluttered backgrounds, corrects lighting, formats to e-commerce standards.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English, low digital literacy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local-language voice notes become SEO-friendly descriptions; zero typing.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pricing knowledge — ML reads the photo and the description alongside materials, labour and market trends, and shows every reason.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seasonal melas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Dilli Haat, Surajkund and Shilp Samagam give weeks a year; this gives 365 days.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Middlemen take the margin — buyers raise bulk enquiries and the artisan quotes back directly, in their own language.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2E366E5-0025-44AE-6297-A6233C901961}"/>
              </a:ext>
            </a:extLst>
          </p:cNvPr>
          <p:cNvSpPr/>
          <p:nvPr/>
        </p:nvSpPr>
        <p:spPr>
          <a:xfrm>
            <a:off x="5967568" y="3638204"/>
            <a:ext cx="6019385" cy="207541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VALUE PROPOSITION (UVP):</a:t>
            </a: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Voice-first, local-language cataloging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photo + spoken sentence → publishable listing in minutes.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Evidence-based pricing, not a black box — the artisan sees each factor, including what the photo added, and can override it.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Runs without the internet or an API key — Whisper and NLLB-200 do the language work on-device/on-server.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Human-in-the-loop by design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nothing publishes until the artisan approves the AI’s words and price.</a:t>
            </a:r>
          </a:p>
          <a:p>
            <a:pPr algn="ctr"/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21" name="Picture 20" descr="https://images.openai.com/static-rsc-4/weSfm8xV_JoEyxJuqnr4vMFEzXESPorEPaaYJ-WLzjskaUthOLWxMyxL-mLsEkoiSNXSgpHUUn9Ld1goLWeKqFbAlp6DHbKoS839JqcoenNnl6GA4bXaaqJZpcNU6ckwwe-4WKHQqH6weqH4GccIwITTaJeW6evo3JaznC7oMBvcl7KGRK6cPDrYkpBx4YJm?purpose=fullsize">
            <a:extLst>
              <a:ext uri="{FF2B5EF4-FFF2-40B4-BE49-F238E27FC236}">
                <a16:creationId xmlns:a16="http://schemas.microsoft.com/office/drawing/2014/main" id="{C563C11E-DDE2-2F40-309B-29D2C72198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3228" y="3923850"/>
            <a:ext cx="1559724" cy="13342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F4B8A1A-F47D-125C-1869-294A5F2E4698}"/>
              </a:ext>
            </a:extLst>
          </p:cNvPr>
          <p:cNvSpPr txBox="1"/>
          <p:nvPr/>
        </p:nvSpPr>
        <p:spPr>
          <a:xfrm>
            <a:off x="3520823" y="5204637"/>
            <a:ext cx="1865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 Rural &amp; marginalized artisans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201C260-3CFE-961F-DDDE-14C27DD274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963" r="4588"/>
          <a:stretch>
            <a:fillRect/>
          </a:stretch>
        </p:blipFill>
        <p:spPr>
          <a:xfrm>
            <a:off x="3444948" y="1569863"/>
            <a:ext cx="1865377" cy="2284183"/>
          </a:xfrm>
          <a:prstGeom prst="rect">
            <a:avLst/>
          </a:prstGeom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B3828BE-6FF1-59BB-85A0-8E2D8BD92016}"/>
              </a:ext>
            </a:extLst>
          </p:cNvPr>
          <p:cNvSpPr/>
          <p:nvPr/>
        </p:nvSpPr>
        <p:spPr>
          <a:xfrm>
            <a:off x="457200" y="5760720"/>
            <a:ext cx="11567160" cy="50292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DIFFERENTIATOR</a:t>
            </a:r>
          </a:p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another marketplace — an AI co-seller that does the photography, copywriting and pricing an artisan cannot, runs offline in nine languages, and hands the finished listing to the marketplaces that already exist.</a:t>
            </a:r>
            <a:r>
              <a:rPr lang="en-US" sz="1200" b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1664" y="6355080"/>
            <a:ext cx="2843784" cy="365760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5152" y="6355080"/>
            <a:ext cx="3200400" cy="365760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37744"/>
            <a:ext cx="1828800" cy="530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Team Zero Click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20DD689-A679-AAB0-8851-CE86E4ED1F64}"/>
              </a:ext>
            </a:extLst>
          </p:cNvPr>
          <p:cNvSpPr/>
          <p:nvPr/>
        </p:nvSpPr>
        <p:spPr>
          <a:xfrm>
            <a:off x="609601" y="1095375"/>
            <a:ext cx="3064426" cy="5142056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marL="566928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ML:</a:t>
            </a:r>
          </a:p>
          <a:p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rembg, OpenCV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— faster-whisper (offline)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NLLB-200 — 9-language listings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price band model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marL="566928" indent="0">
              <a:buNone/>
            </a:pPr>
            <a:r>
              <a:rPr lang="en-US" sz="1200" dirty="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+ Vite + Tailwind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Installable PWA + Android APK (Capacitor)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 algn="l" marL="566928" indent="0">
              <a:buNone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&amp; DATABASE:</a:t>
            </a: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+ FastAPI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 / PostgreSQL + SQLAlchemy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marL="566928" indent="0">
              <a:buNone/>
            </a:pPr>
            <a:r>
              <a:rPr lang="en-US" sz="1200" dirty="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INTEGRATIONS:</a:t>
            </a:r>
          </a:p>
          <a:p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ONDC/GeM-ready catalogue fields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 APIs + JSON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.env — secure configuration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A4D1F9A-8CF7-6180-AD57-F0EF8CC32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8" y="1546305"/>
            <a:ext cx="431398" cy="41556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0B42298-A6CC-F2A9-82BD-026EB3CFF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691" y="2818158"/>
            <a:ext cx="432675" cy="41434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3653208-44F1-1FDB-79AB-EA4CD6A019C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517" t="6082" r="10893" b="12916"/>
          <a:stretch>
            <a:fillRect/>
          </a:stretch>
        </p:blipFill>
        <p:spPr>
          <a:xfrm>
            <a:off x="687326" y="4002617"/>
            <a:ext cx="384682" cy="3029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BE95ADF-C3E8-BC87-DA5A-343D5984F4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7999" t="6265" r="6464" b="6126"/>
          <a:stretch>
            <a:fillRect/>
          </a:stretch>
        </p:blipFill>
        <p:spPr>
          <a:xfrm>
            <a:off x="678316" y="4955282"/>
            <a:ext cx="427340" cy="439624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841E0176-32B4-FEE4-BB25-C23A8943E267}"/>
              </a:ext>
            </a:extLst>
          </p:cNvPr>
          <p:cNvSpPr/>
          <p:nvPr/>
        </p:nvSpPr>
        <p:spPr>
          <a:xfrm>
            <a:off x="3903309" y="1122928"/>
            <a:ext cx="7638946" cy="369362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86B669F-01A3-5921-3882-8389CED0989C}"/>
              </a:ext>
            </a:extLst>
          </p:cNvPr>
          <p:cNvSpPr/>
          <p:nvPr/>
        </p:nvSpPr>
        <p:spPr>
          <a:xfrm>
            <a:off x="3904487" y="4910328"/>
            <a:ext cx="4270248" cy="133502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DELIVERS VALUE: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37AF021-77ED-1A88-9E07-D147CBA16958}"/>
              </a:ext>
            </a:extLst>
          </p:cNvPr>
          <p:cNvSpPr/>
          <p:nvPr/>
        </p:nvSpPr>
        <p:spPr>
          <a:xfrm>
            <a:off x="8348472" y="4910328"/>
            <a:ext cx="3236976" cy="13350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INNOVATION: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craft to commerce — one offline AI pipeline turns a photo + a spoken sentence into a market-ready listing in 9 languages, prices it from the photo and the description, and opens it to bulk buyers.</a:t>
            </a:r>
            <a:r>
              <a:rPr lang="en-US" sz="1200" dirty="0" b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C9470FC2-6BBB-9202-DA65-33B613189A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3475" y="1212706"/>
            <a:ext cx="7478614" cy="349333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F4132F6-F782-BC29-D3F8-ADF75A5728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74251" y="5279065"/>
            <a:ext cx="4111810" cy="9055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1664" y="6355080"/>
            <a:ext cx="2843784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5152" y="6355080"/>
            <a:ext cx="3200400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37744"/>
            <a:ext cx="1828800" cy="530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Zero Click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3AE8776-6542-5DF5-F49E-68C31AD63AC4}"/>
              </a:ext>
            </a:extLst>
          </p:cNvPr>
          <p:cNvSpPr/>
          <p:nvPr/>
        </p:nvSpPr>
        <p:spPr>
          <a:xfrm>
            <a:off x="699976" y="1141159"/>
            <a:ext cx="3648845" cy="26174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marL="50292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FEASIBILITY:</a:t>
            </a:r>
          </a:p>
          <a:p>
            <a:pPr lvl="0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Integration: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Computer Vision, Whisper ASR, NLLB-200 translation and ML automate photo clean-up, listing and pricing.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+ Mobile Architecture: React + FastAPI, shipped as a signed Android APK and an offline-capable PWA — no specialised hardware.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Interaction: Voice input and full UI — including fonts — in 9 Indian languages; no typing, no English.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 Stack: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Every component is open-source and already running in our working prototype.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3F668A-0A9F-9134-7A12-CF57752D7A86}"/>
              </a:ext>
            </a:extLst>
          </p:cNvPr>
          <p:cNvSpPr/>
          <p:nvPr/>
        </p:nvSpPr>
        <p:spPr>
          <a:xfrm>
            <a:off x="4568304" y="1141159"/>
            <a:ext cx="3648845" cy="2617449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A1C9E0-4685-A83E-9A90-7D7289B1161C}"/>
              </a:ext>
            </a:extLst>
          </p:cNvPr>
          <p:cNvSpPr/>
          <p:nvPr/>
        </p:nvSpPr>
        <p:spPr>
          <a:xfrm>
            <a:off x="8307524" y="1126912"/>
            <a:ext cx="3512384" cy="266891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algn="l" marL="438912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 VIABILITY: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 cost to the artisan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no listing fee and no commission; the artisan keeps the margin.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deployment → every model runs offline on our own server; no per-call API bill.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Publicly fundable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fits MoSJE corporation (NSFDC / NBCFDC / NSKFDC) and CSR funding routes.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expansion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new languages, crafts and markets added without infrastructure change.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8232F4-F91F-5144-7318-213252E2B856}"/>
              </a:ext>
            </a:extLst>
          </p:cNvPr>
          <p:cNvSpPr/>
          <p:nvPr/>
        </p:nvSpPr>
        <p:spPr>
          <a:xfrm>
            <a:off x="699976" y="3915342"/>
            <a:ext cx="3648846" cy="241456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marL="50292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Quality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Poor product images may reduce AI accuracy.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Accuracy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Accents and local-language variations may affect transcription.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Reliability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Generated product information may require human correction.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 Data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Limited or changing market data can affect price and demand insights.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Adoption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Some artisans may have limited experience with online platforms.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D5B2E4-712A-D827-CD90-894E79B80D15}"/>
              </a:ext>
            </a:extLst>
          </p:cNvPr>
          <p:cNvSpPr/>
          <p:nvPr/>
        </p:nvSpPr>
        <p:spPr>
          <a:xfrm>
            <a:off x="4568304" y="3916068"/>
            <a:ext cx="3648845" cy="2400314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 marL="47548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STRATEGIES: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Improve image quality before AI analysis.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 Processing → a fast Whisper pass with a large-v3 fallback when confidence drops.</a:t>
            </a:r>
            <a:r>
              <a:rPr lang="en-US" sz="12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Allow artisans to review and edit AI-generated details. 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Cross-check market trends before generating pricing recommendations.</a:t>
            </a:r>
          </a:p>
          <a:p>
            <a:pPr marL="171450" lvl="0" indent="-171450">
              <a:buFont typeface="Wingdings" panose="05000000000000000000" pitchFamily="2" charset="2"/>
              <a:buChar char="ü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User Interface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Keep the workflow easy for users with limited digital experience.</a:t>
            </a: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0542EAA-ADB1-686F-DDC9-6C2CDA791D90}"/>
              </a:ext>
            </a:extLst>
          </p:cNvPr>
          <p:cNvSpPr/>
          <p:nvPr/>
        </p:nvSpPr>
        <p:spPr>
          <a:xfrm>
            <a:off x="8364184" y="3907220"/>
            <a:ext cx="3512384" cy="242268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v"/>
            </a:pPr>
            <a:endParaRPr lang="en-US" sz="1200" dirty="0"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6E57408-717B-F989-8DA6-DF6556C13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18" y="1290442"/>
            <a:ext cx="404813" cy="37623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AAF6619-8C97-CC00-DE1A-C6F820B478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179" y="1274909"/>
            <a:ext cx="373316" cy="37751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0E9194-673D-BDB5-54B3-A2852C773D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2110" y="1274909"/>
            <a:ext cx="257477" cy="27085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EFB0DFF-D52F-01D1-F124-D081533999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117" y="3969540"/>
            <a:ext cx="404813" cy="3183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F95C9AE-7F2D-8245-0328-AC7E1FD88B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52186" y="3999157"/>
            <a:ext cx="336309" cy="35977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ED948CD-0D46-3174-3964-C39691B293E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0" y="4041648"/>
            <a:ext cx="301752" cy="25603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3FDF5A-F9B2-18EC-C210-FC896DFF0ED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7283" y="1612898"/>
            <a:ext cx="2962297" cy="112395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ED009E-A3A2-1460-93DA-B0635F49D94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7283" y="2736856"/>
            <a:ext cx="3090885" cy="99060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F220E6A-035B-A49C-872C-99C65643F668}"/>
              </a:ext>
            </a:extLst>
          </p:cNvPr>
          <p:cNvSpPr txBox="1"/>
          <p:nvPr/>
        </p:nvSpPr>
        <p:spPr>
          <a:xfrm>
            <a:off x="4948879" y="1291314"/>
            <a:ext cx="2705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D5103F8-0082-B125-1AC1-50B6001545FB}"/>
              </a:ext>
            </a:extLst>
          </p:cNvPr>
          <p:cNvSpPr txBox="1"/>
          <p:nvPr/>
        </p:nvSpPr>
        <p:spPr>
          <a:xfrm>
            <a:off x="8833104" y="4005072"/>
            <a:ext cx="2560320" cy="310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POTENTIAL:</a:t>
            </a:r>
            <a:endParaRPr 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D97A5F-8508-0185-044F-A5BEA7ADB7C4}"/>
              </a:ext>
            </a:extLst>
          </p:cNvPr>
          <p:cNvSpPr txBox="1"/>
          <p:nvPr/>
        </p:nvSpPr>
        <p:spPr>
          <a:xfrm>
            <a:off x="8503920" y="4370832"/>
            <a:ext cx="3246120" cy="1874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2880" indent="-182880" algn="l">
              <a:buFont typeface="Wingdings" pitchFamily="2" charset="2"/>
              <a:buChar char="Ø"/>
            </a:pPr>
            <a:r>
              <a:rPr lang="en-US" sz="1100" dirty="0" b="1">
                <a:latin typeface="Times New Roman"/>
                <a:cs typeface="Times New Roman"/>
              </a:rPr>
              <a:t>Working build today — photo → voice → 9-language listing → price → order → bulk quote, end to end, offline.</a:t>
            </a:r>
            <a:r>
              <a:rPr lang="en-US" sz="1100" dirty="0" b="0">
                <a:latin typeface="Times New Roman"/>
                <a:cs typeface="Times New Roman"/>
              </a:rPr>
              <a:t/>
            </a:r>
          </a:p>
          <a:p>
            <a:pPr marL="182880" indent="-182880" algn="l">
              <a:buFont typeface="Wingdings" pitchFamily="2" charset="2"/>
              <a:buChar char="Ø"/>
            </a:pPr>
            <a:r>
              <a:rPr lang="en-US" sz="1100" dirty="0" b="1">
                <a:latin typeface="Times New Roman"/>
                <a:cs typeface="Times New Roman"/>
              </a:rPr>
              <a:t>Phase 1 (built): Android APK + installable PWA, 9 languages, offline-capable.</a:t>
            </a:r>
            <a:r>
              <a:rPr lang="en-US" sz="1100" dirty="0" b="0">
                <a:latin typeface="Times New Roman"/>
                <a:cs typeface="Times New Roman"/>
              </a:rPr>
              <a:t/>
            </a:r>
            <a:endParaRPr lang="en-US" sz="1200" dirty="0"/>
          </a:p>
          <a:p>
            <a:pPr marL="182880" indent="-182880" algn="l">
              <a:buFont typeface="Wingdings" pitchFamily="2" charset="2"/>
              <a:buChar char="Ø"/>
            </a:pPr>
            <a:r>
              <a:rPr lang="en-US" sz="1100" dirty="0" b="1">
                <a:latin typeface="Times New Roman"/>
                <a:cs typeface="Times New Roman"/>
              </a:rPr>
              <a:t>Phase 2 (3–9 months): Bhashini APIs for the remaining scheduled languages; certified ONDC seller onboarding.</a:t>
            </a:r>
            <a:r>
              <a:rPr lang="en-US" sz="1100" dirty="0" b="0">
                <a:latin typeface="Times New Roman"/>
                <a:cs typeface="Times New Roman"/>
              </a:rPr>
              <a:t/>
            </a:r>
            <a:endParaRPr lang="en-US" sz="1200" dirty="0"/>
          </a:p>
          <a:p>
            <a:pPr marL="182880" indent="-182880" algn="l">
              <a:buFont typeface="Wingdings" pitchFamily="2" charset="2"/>
              <a:buChar char="Ø"/>
            </a:pPr>
            <a:r>
              <a:rPr lang="en-US" sz="1100" dirty="0" b="1">
                <a:latin typeface="Times New Roman"/>
                <a:cs typeface="Times New Roman"/>
              </a:rPr>
              <a:t>Phase 3:</a:t>
            </a:r>
            <a:r>
              <a:rPr lang="en-US" sz="1100" dirty="0" b="0">
                <a:latin typeface="Times New Roman"/>
                <a:cs typeface="Times New Roman"/>
              </a:rPr>
              <a:t> Scale through NSFDC, NBCFDC and NSKFDC artisan networks.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1664" y="6355080"/>
            <a:ext cx="2843784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5152" y="6355080"/>
            <a:ext cx="3200400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@SIH Idea submission- Template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37744"/>
            <a:ext cx="1828800" cy="530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Zero Click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2798D69-F96B-A5A2-20BE-66623E5C1450}"/>
              </a:ext>
            </a:extLst>
          </p:cNvPr>
          <p:cNvSpPr/>
          <p:nvPr/>
        </p:nvSpPr>
        <p:spPr>
          <a:xfrm>
            <a:off x="457200" y="1084524"/>
            <a:ext cx="4997302" cy="320040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10A9B0-92C7-900E-EF33-B1BBD1D83C1B}"/>
              </a:ext>
            </a:extLst>
          </p:cNvPr>
          <p:cNvSpPr/>
          <p:nvPr/>
        </p:nvSpPr>
        <p:spPr>
          <a:xfrm>
            <a:off x="5527157" y="1076259"/>
            <a:ext cx="6335069" cy="3652283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marL="566928" indent="0">
              <a:buNone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OUR SOLUTION:</a:t>
            </a:r>
          </a:p>
          <a:p>
            <a:pPr algn="ctr"/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marL="219456" indent="-219456"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 Market Reach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365-day online storefront instead of a few exhibition weeks a year.</a:t>
            </a:r>
          </a:p>
          <a:p>
            <a:pPr algn="l" marL="219456" indent="-219456"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Earning Potential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buyer linkage removes the middleman cut — today up to 60% of product value.</a:t>
            </a:r>
          </a:p>
          <a:p>
            <a:pPr algn="l" marL="219456" indent="-219456"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Language-Inclusive CommerceVoice, screen and listings in 9 Indian languages today — Hindi, Bengali, Marathi, Telugu, Tamil, Gujarati, Kannada, Malayalam, English.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</a:p>
          <a:p>
            <a:pPr algn="l" marL="219456" indent="-219456"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Product Onboarding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 + voice → publishable listing in minutes, not a day of form-filling.</a:t>
            </a:r>
          </a:p>
          <a:p>
            <a:pPr algn="l" marL="219456" indent="-219456">
              <a:buFont typeface="Wingdings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Smarter Buyer–Artisan Matching</a:t>
            </a:r>
            <a:b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Categories, GI tags and demand trends drive discovery.</a:t>
            </a:r>
          </a:p>
          <a:p>
            <a:pPr algn="ctr"/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400" dirty="0" b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making products to reaching markets — one platform removes the digital barriers between India’s ~7 million artisans and their buyers.</a:t>
            </a:r>
            <a:endParaRPr lang="en-US" sz="14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3B2F6F-1E4F-6D1B-9069-42CDB58BEE72}"/>
              </a:ext>
            </a:extLst>
          </p:cNvPr>
          <p:cNvSpPr/>
          <p:nvPr/>
        </p:nvSpPr>
        <p:spPr>
          <a:xfrm>
            <a:off x="442514" y="4350192"/>
            <a:ext cx="4955658" cy="19202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“To empower India’s artisans with AI-driven, language-inclusive tools that turn traditional craftsmanship into market-ready products, enabling wider market access, fairer opportunities, and sustainable livelihoods.”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CC7B83-1CBD-E03C-48CE-FB6F7D383643}"/>
              </a:ext>
            </a:extLst>
          </p:cNvPr>
          <p:cNvSpPr txBox="1"/>
          <p:nvPr/>
        </p:nvSpPr>
        <p:spPr>
          <a:xfrm>
            <a:off x="513021" y="1203673"/>
            <a:ext cx="48146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marL="50292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ON STAKEHOLDERS:</a:t>
            </a:r>
          </a:p>
          <a:p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MoSJE BENEFICIARY ARTISANS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(SC, OBC, DNT, Safai Karamcharis, PwD)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Year-round digital market access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English, a camera or digital skills.</a:t>
            </a:r>
          </a:p>
          <a:p>
            <a:pPr algn="l"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BUYERS &amp; CUSTOMERS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Authentic, discoverable crafts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GI-aware categories and honest, explained pricing.</a:t>
            </a:r>
          </a:p>
          <a:p>
            <a:pPr algn="l"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ARTISAN COMMUNITIES &amp; CLUSTERS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Craft and livelihood preservation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traditional skills gain visibility and commercial value locally.</a:t>
            </a:r>
          </a:p>
          <a:p>
            <a:pPr algn="l"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MoSJE &amp; ITS CORPORATIONS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(NSFDC / NBCFDC / NSKFDC)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 measurable digital channel</a:t>
            </a:r>
            <a:r>
              <a:rPr 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extending Bharat-TULIP beyond seasonal melas.</a:t>
            </a:r>
          </a:p>
          <a:p>
            <a:endParaRPr lang="en-US" sz="12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B8F9299-21A6-BF34-7658-EF8DD8BA8FD6}"/>
              </a:ext>
            </a:extLst>
          </p:cNvPr>
          <p:cNvSpPr/>
          <p:nvPr/>
        </p:nvSpPr>
        <p:spPr>
          <a:xfrm>
            <a:off x="5567914" y="4800600"/>
            <a:ext cx="6294311" cy="1463040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OUTCOMES:</a:t>
            </a: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BC8CF61-11BA-700C-AFCB-7C675FDA2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1369" y="5265074"/>
            <a:ext cx="5826643" cy="7072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C62DD62-CC99-AE4B-01B4-234D8806110C}"/>
              </a:ext>
            </a:extLst>
          </p:cNvPr>
          <p:cNvSpPr txBox="1"/>
          <p:nvPr/>
        </p:nvSpPr>
        <p:spPr>
          <a:xfrm>
            <a:off x="934188" y="4460955"/>
            <a:ext cx="14670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MISSION: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97C8E25-C0C3-7F36-1583-185708E7D2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806" y="4460955"/>
            <a:ext cx="400382" cy="339718"/>
          </a:xfrm>
          <a:prstGeom prst="rect">
            <a:avLst/>
          </a:prstGeom>
        </p:spPr>
      </p:pic>
      <p:pic>
        <p:nvPicPr>
          <p:cNvPr id="31" name="Picture 30" descr="Nexus of Good: Entrepreneurial artisans">
            <a:extLst>
              <a:ext uri="{FF2B5EF4-FFF2-40B4-BE49-F238E27FC236}">
                <a16:creationId xmlns:a16="http://schemas.microsoft.com/office/drawing/2014/main" id="{0B83A5FD-F717-9863-BDAF-9D74DC25F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3159" y="4818814"/>
            <a:ext cx="1467068" cy="977079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1BBD7FB-1B33-F697-FF0C-46C5C72603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623" y="1074470"/>
            <a:ext cx="471491" cy="46196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74EFC7B-3784-D1CD-B29F-5003028667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" y="1203673"/>
            <a:ext cx="427174" cy="36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5080"/>
            <a:ext cx="12188952" cy="502920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68680" y="1234440"/>
            <a:ext cx="1033272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Social Justice and Empowerment, Government of India.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Bharat–TULIP (Traditional Artisans’ Upliftment Livelihood Programme) — e-marketplace for marginalized artisans; launched 5 Nov 2024, 1,500+ artisans onboarded.  </a:t>
            </a:r>
            <a:r>
              <a:rPr sz="1100">
                <a:latin typeface="Times New Roman"/>
                <a:hlinkClick r:id="rId10"/>
              </a:rPr>
              <a:t>https://nbcfdc.gov.in/nbcfdc/web/tulip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Ministry of Social Justice and Empowerment, Government of India.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PM-DAKSH — skilling and livelihood support for SC, OBC, EWS, DNT and Safai Karamchari artisans.  </a:t>
            </a:r>
            <a:r>
              <a:rPr sz="1100">
                <a:latin typeface="Times New Roman"/>
                <a:hlinkClick r:id="rId11"/>
              </a:rPr>
              <a:t>https://socialjustice.gov.in/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Commissioner (Handicrafts), Ministry of Textiles, Government of India.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Crafts Clusters of India — artisan development, marketing and cluster support; India Handmade marketplace.  </a:t>
            </a:r>
            <a:r>
              <a:rPr sz="1100">
                <a:latin typeface="Times New Roman"/>
                <a:hlinkClick r:id="rId3"/>
              </a:rPr>
              <a:t>https://handicrafts.nic.in/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Bhashini — National Language Translation Mission, MeitY, Government of India.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ASR, machine translation and TTS across the 22 scheduled Indian languages (300+ models).  </a:t>
            </a:r>
            <a:r>
              <a:rPr sz="1100">
                <a:latin typeface="Times New Roman"/>
                <a:hlinkClick r:id="rId7"/>
              </a:rPr>
              <a:t>https://bhashini.gov.in/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Network for Digital Commerce (ONDC), DPIIT-backed initiative.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Seller Network Participant onboarding, digital cataloguing and marketplace discovery.  </a:t>
            </a:r>
            <a:r>
              <a:rPr sz="1100">
                <a:latin typeface="Times New Roman"/>
                <a:hlinkClick r:id="rId6"/>
              </a:rPr>
              <a:t>https://www.ondc.org/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Intellectual Property India, Government of India.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Indications (GI) — protection of handicrafts and traditional products (318 GI-tagged crafts).  </a:t>
            </a:r>
            <a:r>
              <a:rPr sz="1100">
                <a:latin typeface="Times New Roman"/>
                <a:hlinkClick r:id="rId8"/>
              </a:rPr>
              <a:t>https://ipindia.gov.in/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lvl="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 Brand Equity Foundation (IBEF), Ministry of Commerce &amp; Industry.</a:t>
            </a:r>
            <a:b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Handicrafts Industry — ~7 million artisans; handicraft exports ₹33,122 crore in FY 2024-25.  </a:t>
            </a:r>
            <a:r>
              <a:rPr sz="1100">
                <a:latin typeface="Times New Roman"/>
                <a:hlinkClick r:id="rId12"/>
              </a:rPr>
              <a:t>https://www.ibef.org/exports/handicrafts-industry-india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41664" y="6355080"/>
            <a:ext cx="2843784" cy="36576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5152" y="6355080"/>
            <a:ext cx="3200400" cy="365760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184" y="237744"/>
            <a:ext cx="1828800" cy="53035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Zero Click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8944" y="54864"/>
            <a:ext cx="2212848" cy="1124712"/>
          </a:xfrm>
          <a:prstGeom prst="rect">
            <a:avLst/>
          </a:prstGeom>
        </p:spPr>
      </p:pic>
      <p:sp>
        <p:nvSpPr>
          <p:cNvPr id="17411" name="AlignmentStrip"/>
          <p:cNvSpPr/>
          <p:nvPr/>
        </p:nvSpPr>
        <p:spPr>
          <a:xfrm>
            <a:off x="868680" y="5212080"/>
            <a:ext cx="10332720" cy="868680"/>
          </a:xfrm>
          <a:prstGeom prst="roundRect">
            <a:avLst/>
          </a:prstGeom>
          <a:solidFill>
            <a:srgbClr val="F1EFF7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b="1" sz="1300">
                <a:solidFill>
                  <a:srgbClr val="1F3064"/>
                </a:solidFill>
                <a:latin typeface="Times New Roman"/>
              </a:rPr>
              <a:t>DESIGNED TO PLUG INTO INDIA’S DIGITAL PUBLIC INFRASTRUCTURE</a:t>
            </a:r>
          </a:p>
          <a:p>
            <a:pPr algn="l"/>
            <a:r>
              <a:rPr b="1" sz="1200">
                <a:solidFill>
                  <a:srgbClr val="000000"/>
                </a:solidFill>
                <a:latin typeface="Times New Roman"/>
              </a:rPr>
              <a:t>Built to plug into ONDC — market reach · Bharat-TULIP (MoSJE) — artisan marketplace · GI Registry — craft authenticity · PM-DAKSH — artisan skilling · Bhashini — roadmap for the remaining scheduled languages</a:t>
            </a:r>
            <a:r>
              <a:rPr b="0" sz="1200">
                <a:solidFill>
                  <a:srgbClr val="000000"/>
                </a:solidFill>
                <a:latin typeface="Times New Roman"/>
              </a:rPr>
              <a:t/>
            </a:r>
            <a:r>
              <a:rPr b="1" sz="1200">
                <a:solidFill>
                  <a:srgbClr val="000000"/>
                </a:solidFill>
                <a:latin typeface="Times New Roman"/>
              </a:rPr>
              <a:t/>
            </a:r>
            <a:r>
              <a:rPr b="0" sz="1200">
                <a:solidFill>
                  <a:srgbClr val="000000"/>
                </a:solidFill>
                <a:latin typeface="Times New Roman"/>
              </a:rPr>
              <a:t/>
            </a:r>
            <a:r>
              <a:rPr b="1" sz="1200">
                <a:solidFill>
                  <a:srgbClr val="000000"/>
                </a:solidFill>
                <a:latin typeface="Times New Roman"/>
              </a:rPr>
              <a:t/>
            </a:r>
            <a:r>
              <a:rPr b="0" sz="1200">
                <a:solidFill>
                  <a:srgbClr val="000000"/>
                </a:solidFill>
                <a:latin typeface="Times New Roman"/>
              </a:rPr>
              <a:t/>
            </a:r>
            <a:r>
              <a:rPr b="1" sz="1200">
                <a:solidFill>
                  <a:srgbClr val="000000"/>
                </a:solidFill>
                <a:latin typeface="Times New Roman"/>
              </a:rPr>
              <a:t/>
            </a:r>
            <a:r>
              <a:rPr b="0" sz="1200">
                <a:solidFill>
                  <a:srgbClr val="000000"/>
                </a:solidFill>
                <a:latin typeface="Times New Roman"/>
              </a:rPr>
              <a:t/>
            </a:r>
            <a:r>
              <a:rPr b="1" sz="1200">
                <a:solidFill>
                  <a:srgbClr val="000000"/>
                </a:solidFill>
                <a:latin typeface="Times New Roman"/>
              </a:rPr>
              <a:t/>
            </a:r>
            <a:r>
              <a:rPr b="0" sz="1200">
                <a:solidFill>
                  <a:srgbClr val="000000"/>
                </a:solidFill>
                <a:latin typeface="Times New Roman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8139</TotalTime>
  <Words>1240</Words>
  <Application>Microsoft Office PowerPoint</Application>
  <PresentationFormat>Widescreen</PresentationFormat>
  <Paragraphs>164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C.c. Jyoshna</cp:lastModifiedBy>
  <cp:revision>148</cp:revision>
  <dcterms:created xsi:type="dcterms:W3CDTF">2013-12-12T18:46:50Z</dcterms:created>
  <dcterms:modified xsi:type="dcterms:W3CDTF">2026-08-28T07:46:29Z</dcterms:modified>
  <cp:category/>
</cp:coreProperties>
</file>